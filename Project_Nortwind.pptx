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03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294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4671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5050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3894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401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225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774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221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8369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384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74481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99737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9643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427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7476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2998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015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FC7B40C-48C4-410F-B7B1-72E8D19CAD9A}" type="datetimeFigureOut">
              <a:rPr lang="en-IL" smtClean="0"/>
              <a:t>03/02/2026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6493E08-7F19-49FE-8A43-F36201875E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3889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or.hakberdiev/viz/Project_profit/Dashboard1?publish=yes" TargetMode="External"/><Relationship Id="rId2" Type="http://schemas.openxmlformats.org/officeDocument/2006/relationships/hyperlink" Target="https://public.tableau.com/app/profile/or.hakberdiev/viz/Project_map/Dashboard1?publish=ye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DAD0E-FC61-5AA1-51B5-ADFFCABED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Northwind</a:t>
            </a:r>
            <a:endParaRPr lang="en-IL" sz="66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C140F-AE2B-4E05-AA46-788D9BA46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 rtl="1"/>
            <a:r>
              <a:rPr lang="he-IL" sz="2000"/>
              <a:t>נכתב על ידי אור חקברדייב</a:t>
            </a:r>
            <a:endParaRPr lang="en-IL" sz="2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094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618E-C4DD-5814-E9ED-C613C68F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9" y="-1018709"/>
            <a:ext cx="3342442" cy="4596794"/>
          </a:xfrm>
        </p:spPr>
        <p:txBody>
          <a:bodyPr anchor="ctr">
            <a:normAutofit/>
          </a:bodyPr>
          <a:lstStyle/>
          <a:p>
            <a:pPr rtl="1"/>
            <a:r>
              <a:rPr lang="he-IL" sz="3200" dirty="0">
                <a:solidFill>
                  <a:srgbClr val="EBEBEB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מה זה </a:t>
            </a:r>
            <a:r>
              <a:rPr lang="en-US" sz="3200" dirty="0">
                <a:solidFill>
                  <a:srgbClr val="EBEBEB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?Northwind</a:t>
            </a:r>
            <a:endParaRPr lang="en-IL" sz="3200" dirty="0">
              <a:solidFill>
                <a:srgbClr val="EBEBEB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0DAC-B996-2771-9931-9082591C0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2960" y="451836"/>
            <a:ext cx="5502614" cy="5954325"/>
          </a:xfrm>
        </p:spPr>
        <p:txBody>
          <a:bodyPr anchor="ctr">
            <a:normAutofit/>
          </a:bodyPr>
          <a:lstStyle/>
          <a:p>
            <a:pPr algn="r" rtl="1"/>
            <a:r>
              <a:rPr lang="en-US" sz="2000" dirty="0"/>
              <a:t>Northwind</a:t>
            </a:r>
            <a:r>
              <a:rPr lang="he-IL" sz="2000" dirty="0"/>
              <a:t> היא חברה שקונה ומוכרת סחורה בכמויות גדולות לכל מיני מדינות.</a:t>
            </a:r>
          </a:p>
          <a:p>
            <a:pPr algn="r" rtl="1"/>
            <a:r>
              <a:rPr lang="he-IL" sz="2000" dirty="0"/>
              <a:t>החברה מתמחה במכירות של מוצרי מזון ושתייה כמו חנויות ומסעדות.</a:t>
            </a:r>
          </a:p>
        </p:txBody>
      </p:sp>
    </p:spTree>
    <p:extLst>
      <p:ext uri="{BB962C8B-B14F-4D97-AF65-F5344CB8AC3E}">
        <p14:creationId xmlns:p14="http://schemas.microsoft.com/office/powerpoint/2010/main" val="341651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382D-59FF-1D57-85B7-0F707047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איך להעלות רווחים?</a:t>
            </a:r>
            <a:endParaRPr lang="en-IL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4CBEF-EB4D-072D-348B-B6F88754C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2487" y="3190164"/>
            <a:ext cx="6462025" cy="1926585"/>
          </a:xfrm>
        </p:spPr>
        <p:txBody>
          <a:bodyPr>
            <a:normAutofit/>
          </a:bodyPr>
          <a:lstStyle/>
          <a:p>
            <a:pPr algn="r" rtl="1"/>
            <a:r>
              <a:rPr lang="he-IL"/>
              <a:t>כדי להעלות רווחים צריך לקחת אזור בו אפשר לבחון נתונים, אני הלכתי לאזור המוצרים, כי שם אפשר לראות בצורה קלה מה טוב ומה פחות.</a:t>
            </a:r>
          </a:p>
          <a:p>
            <a:pPr algn="r" rtl="1"/>
            <a:r>
              <a:rPr lang="he-IL"/>
              <a:t>לשם כך בחרתי 3 שאלות שיעזרו לי לראות תובנות לגבי מוצרים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5819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6F7B-9EBB-53B3-3E01-08E80481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שאלות מחקר:</a:t>
            </a:r>
            <a:endParaRPr lang="en-IL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E4938-3A67-1F1F-6624-F29E7F99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3677" y="2726071"/>
            <a:ext cx="5370835" cy="2355574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על אילו מוצרים החברה מרוויחה הכי הרבה?</a:t>
            </a:r>
          </a:p>
          <a:p>
            <a:pPr algn="r" rtl="1"/>
            <a:r>
              <a:rPr lang="he-IL" dirty="0"/>
              <a:t>האם החברה מכרה מוצרים שהופסקו לייבוא, וכמה הרוויחה ממוצרים אלו?</a:t>
            </a:r>
          </a:p>
          <a:p>
            <a:pPr algn="r" rtl="1"/>
            <a:r>
              <a:rPr lang="he-IL" dirty="0"/>
              <a:t>האם יש למדינות מסוימות עדיפויות לקטגוריה מסוימת של מוצרים?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7600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CECF-DDDF-DE28-DB6D-699C2BA6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03" y="707757"/>
            <a:ext cx="9923380" cy="1325562"/>
          </a:xfrm>
        </p:spPr>
        <p:txBody>
          <a:bodyPr>
            <a:normAutofit/>
          </a:bodyPr>
          <a:lstStyle/>
          <a:p>
            <a:pPr algn="r" rtl="1"/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על אילו מוצרים החברה מרוויחה הכי הרבה?</a:t>
            </a:r>
            <a:endParaRPr lang="en-IL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BDE6A8-F7FE-F942-96B9-37AFE12E4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2326189"/>
            <a:ext cx="7250960" cy="45318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B087CC-19E5-F9E6-9EF4-25CD1E1324FA}"/>
              </a:ext>
            </a:extLst>
          </p:cNvPr>
          <p:cNvSpPr txBox="1"/>
          <p:nvPr/>
        </p:nvSpPr>
        <p:spPr>
          <a:xfrm>
            <a:off x="7250959" y="3010922"/>
            <a:ext cx="44688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מהתמונה משמאל ניתן לראות את 20 המוצרים הרווחיים ביותר בחברה.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אפשר לראות מהתמונה שהמוצר הכי רווחי הוא </a:t>
            </a:r>
            <a:r>
              <a:rPr lang="en-US" dirty="0"/>
              <a:t>cote de </a:t>
            </a:r>
            <a:r>
              <a:rPr lang="en-US" dirty="0" err="1"/>
              <a:t>blaye</a:t>
            </a:r>
            <a:r>
              <a:rPr lang="he-IL" dirty="0"/>
              <a:t> שהוא יין אדום, והקטגוריה עם שמופיעה הכי הרבה היא קטגורית המוצרים החלביים.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ניתן להסיק מכך שאם רוצים למכור מוצר רווחי, עדיף ללכת על יין</a:t>
            </a:r>
            <a:r>
              <a:rPr lang="en-US" dirty="0"/>
              <a:t> </a:t>
            </a:r>
            <a:r>
              <a:rPr lang="he-IL" dirty="0"/>
              <a:t>אדום, ואם רוצים קטגוריה של מוצרים, כדאי למכור מוצרים חלביים.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3EBD61-60C7-EF53-3ADE-02F005888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545" y="5046999"/>
            <a:ext cx="1373414" cy="130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2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1BA10-0DE7-5A33-2807-4499458E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506" y="817383"/>
            <a:ext cx="9692640" cy="1784053"/>
          </a:xfrm>
        </p:spPr>
        <p:txBody>
          <a:bodyPr>
            <a:normAutofit/>
          </a:bodyPr>
          <a:lstStyle/>
          <a:p>
            <a:pPr algn="r" rtl="1"/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האם החברה מכרה מוצרים שהופסקו לייבוא, וכמה הרוויחה ממוצרים אלו?</a:t>
            </a:r>
            <a:br>
              <a:rPr lang="he-IL" dirty="0"/>
            </a:b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D58A8-CB07-F509-8E79-F8C84B62E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19100"/>
            <a:ext cx="4805463" cy="4538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954BAF-FDD9-0146-21EA-3ACE333C8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836" y="2908792"/>
            <a:ext cx="1530626" cy="11185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63BC04-E48B-0E92-05BD-ED34C4842CDE}"/>
              </a:ext>
            </a:extLst>
          </p:cNvPr>
          <p:cNvSpPr txBox="1"/>
          <p:nvPr/>
        </p:nvSpPr>
        <p:spPr>
          <a:xfrm>
            <a:off x="6991621" y="2601436"/>
            <a:ext cx="48054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ברשימת עמודות הבאה רואים את המוצרים שהופסקו מתוך רשימת המוצרים ואת הרווח ממוצרים אלו.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חצי מהמוצרים ברשימה הם מוצרים תחת הקטגוריה בשר</a:t>
            </a:r>
            <a:r>
              <a:rPr lang="en-US" dirty="0"/>
              <a:t>/</a:t>
            </a:r>
            <a:r>
              <a:rPr lang="he-IL" dirty="0"/>
              <a:t>עוף, ניתן גם לראות ש-4 המוצרים הראשונים נמצאים ברשימה של המוצרים הכי רווחיים.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הגורמים להפסקת המוצרים האלו אינה ברורה אבל אפשר להסיק שרב המוצרים כאן הם עם חיי מדף קצרים, למרות זאת, כדאי להחזיר את 4 המוצרים השמאליים.</a:t>
            </a:r>
          </a:p>
        </p:txBody>
      </p:sp>
    </p:spTree>
    <p:extLst>
      <p:ext uri="{BB962C8B-B14F-4D97-AF65-F5344CB8AC3E}">
        <p14:creationId xmlns:p14="http://schemas.microsoft.com/office/powerpoint/2010/main" val="353643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4B8F-F615-E97D-3F28-B438D487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776436"/>
            <a:ext cx="9692640" cy="1325562"/>
          </a:xfrm>
        </p:spPr>
        <p:txBody>
          <a:bodyPr>
            <a:normAutofit fontScale="90000"/>
          </a:bodyPr>
          <a:lstStyle/>
          <a:p>
            <a:pPr algn="r" rtl="1"/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האם יש למדינות מסוימות עדיפויות לקטגוריה מסוימת של מוצרים?</a:t>
            </a:r>
            <a:br>
              <a:rPr lang="en-IL" dirty="0"/>
            </a:b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EFBA4-900B-95F7-1FF2-02A061EF483E}"/>
              </a:ext>
            </a:extLst>
          </p:cNvPr>
          <p:cNvSpPr txBox="1"/>
          <p:nvPr/>
        </p:nvSpPr>
        <p:spPr>
          <a:xfrm>
            <a:off x="6545446" y="2465728"/>
            <a:ext cx="52516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ברשימת עמודות כאן רואים את המדינות, את הקטגוריה שהופיעה הכי הרבה במדינה זאת ואת מספר ההופעות.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מהרשימה רואים עדיפויות בין המדינות, לדוגמה הקטגוריה של ממתקים פופולרית יותר בקרב המדינות ביבשת אמריקה, ובמדינות אירופה קטגורית המשקאות היא השכיחה יותר, וקטגורית מאכלי ים ממש אחריה.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אפשר להסיק שבכדי להרוויח יותר, כדאי לסחור במוצרים תחת הקטגוריה המועדפת על כל מדינה.</a:t>
            </a:r>
            <a:endParaRPr lang="en-IL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A312AE-792B-A980-14B4-9A90980EE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5939"/>
            <a:ext cx="5745051" cy="456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563B-5CCE-00C0-5FB8-20E9B926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מסקנות</a:t>
            </a:r>
            <a:endParaRPr lang="en-IL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2912F-0758-3ABD-D516-C561CD51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709" y="2323853"/>
            <a:ext cx="8595360" cy="4351337"/>
          </a:xfrm>
        </p:spPr>
        <p:txBody>
          <a:bodyPr/>
          <a:lstStyle/>
          <a:p>
            <a:pPr algn="r" rtl="1"/>
            <a:r>
              <a:rPr lang="he-IL" dirty="0"/>
              <a:t>ראינו שהמוצר הכי רווחי הוא יין אדום, אבל בקטגוריה בה המוצר נמצא אין תחליפים או מוצרים אחרים מסוג יין, כדאי להוסיף עוד סוגים של יין בשביל לראות תוצאות חיוביות לרווחים.</a:t>
            </a:r>
          </a:p>
          <a:p>
            <a:pPr algn="r" rtl="1"/>
            <a:r>
              <a:rPr lang="he-IL" dirty="0"/>
              <a:t>הקטגוריה בה היו רב המוצרים הרווחיים היא קטגורית המוצרים החלביים, אפשר לשער כי בקטגוריה זאת המוצרים הם לצריכה יומיומית, וחנויות צריכות לספק יותר סחורה, מה שנותן לקטגוריה זאת להיות רווחית.</a:t>
            </a:r>
          </a:p>
          <a:p>
            <a:pPr algn="r" rtl="1"/>
            <a:r>
              <a:rPr lang="he-IL" dirty="0"/>
              <a:t>מהמוצרים שהופסקו ניתן לראות ש-4 מהם נחשבים למוצרים רווחיים, החזרתם יוכל להביא יותר רווחים לחברה.</a:t>
            </a:r>
          </a:p>
          <a:p>
            <a:pPr algn="r" rtl="1"/>
            <a:r>
              <a:rPr lang="he-IL" dirty="0"/>
              <a:t>עם הידע על עדיפות קטגוריות מוצרים על כל מדינה אפשר לפרסם ולשווק יותר מוצרים מאותה הקטגוריה לאותן המדינות.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en-US" dirty="0"/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07897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526E4-3A9A-AD1B-4AAC-CBBBD362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קבצים וקישורים</a:t>
            </a:r>
            <a:endParaRPr lang="en-I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C93E7-CACE-CAAB-9F14-C3E49F335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295" y="2613227"/>
            <a:ext cx="8825659" cy="3416300"/>
          </a:xfrm>
        </p:spPr>
        <p:txBody>
          <a:bodyPr/>
          <a:lstStyle/>
          <a:p>
            <a:pPr algn="r" rtl="1"/>
            <a:r>
              <a:rPr lang="en-US" dirty="0">
                <a:hlinkClick r:id="rId2"/>
              </a:rPr>
              <a:t>https://public.tableau.com/app/profile/or.hakberdiev/viz/Project_map/Dashboard1?publish=yes</a:t>
            </a:r>
            <a:endParaRPr lang="en-US" dirty="0"/>
          </a:p>
          <a:p>
            <a:pPr algn="r" rtl="1"/>
            <a:r>
              <a:rPr lang="en-US" dirty="0">
                <a:hlinkClick r:id="rId3"/>
              </a:rPr>
              <a:t>https://public.tableau.com/app/profile/or.hakberdiev/viz/Project_profit/Dashboard1?publish=yes</a:t>
            </a:r>
            <a:endParaRPr lang="en-US" dirty="0"/>
          </a:p>
          <a:p>
            <a:pPr algn="r" rtl="1"/>
            <a:endParaRPr lang="en-IL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A66EB8E-E8A2-91BB-B3C4-E1FE44688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575504"/>
              </p:ext>
            </p:extLst>
          </p:nvPr>
        </p:nvGraphicFramePr>
        <p:xfrm>
          <a:off x="10429652" y="4321377"/>
          <a:ext cx="1253302" cy="813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794945" imgH="516725" progId="Package">
                  <p:embed/>
                </p:oleObj>
              </mc:Choice>
              <mc:Fallback>
                <p:oleObj name="Packager Shell Object" showAsIcon="1" r:id="rId4" imgW="794945" imgH="5167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29652" y="4321377"/>
                        <a:ext cx="1253302" cy="8130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8110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752</TotalTime>
  <Words>493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Wingdings 3</vt:lpstr>
      <vt:lpstr>Ion Boardroom</vt:lpstr>
      <vt:lpstr>Package</vt:lpstr>
      <vt:lpstr>Northwind</vt:lpstr>
      <vt:lpstr>מה זה ?Northwind</vt:lpstr>
      <vt:lpstr>איך להעלות רווחים?</vt:lpstr>
      <vt:lpstr>שאלות מחקר:</vt:lpstr>
      <vt:lpstr>על אילו מוצרים החברה מרוויחה הכי הרבה?</vt:lpstr>
      <vt:lpstr>האם החברה מכרה מוצרים שהופסקו לייבוא, וכמה הרוויחה ממוצרים אלו? </vt:lpstr>
      <vt:lpstr>האם יש למדינות מסוימות עדיפויות לקטגוריה מסוימת של מוצרים? </vt:lpstr>
      <vt:lpstr>מסקנות</vt:lpstr>
      <vt:lpstr>קבצים וקישורים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</dc:creator>
  <cp:lastModifiedBy>or</cp:lastModifiedBy>
  <cp:revision>6</cp:revision>
  <dcterms:created xsi:type="dcterms:W3CDTF">2026-02-01T13:52:31Z</dcterms:created>
  <dcterms:modified xsi:type="dcterms:W3CDTF">2026-02-03T12:07:51Z</dcterms:modified>
</cp:coreProperties>
</file>